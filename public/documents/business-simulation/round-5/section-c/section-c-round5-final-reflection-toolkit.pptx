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Final Two Sessions: Reflection, Participation and Fairness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Workshop-based assessment framework for Sections C and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Business Simulation • Final Workshop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Why these sessions are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Business Simulation is a workshop, not a lecture-only course.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Learning happens through decisions, team dialogue, outcomes and reflection.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There is no conventional endterm/midterm for these sessions.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Participation must therefore be visible, evidence-based and fair.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Group reflective discussion: required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Tell the story of your R1→R5 journey.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Explain key decisions, rationale, and changes in strategy.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Identify what worked, what failed, and why.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Connect metrics to decisions rather than speaking generally.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Individual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Each member may be asked about assumptions, decision logic, results and team contribution.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 student should be able to explain at least one major decision area: price, R&amp;D, production, finance, market, HR/ESG.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aim is fairness, not intimidation.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Assessment rubric: 10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2 marks: presence and punctuality across session.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2 marks: evidence-based contribution to group reflection.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2 marks: individual understanding of team decisions.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2 marks: ability to connect metrics to managerial causality.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2 marks: learning, honesty and next-action clarity.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Free-riding diagnostic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did you personally analyse before the round?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decision did you influence?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metric did you monitor?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mistake did your team make?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would you advise the next cohort?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tone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Final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Instructor final-session participation note + CESIM Round 1–5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intervention is meant to recognise sincere effort.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Strong teams should demonstrate shared understanding.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Struggling teams can still earn credit through honest diagnosis.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final lesson is responsible general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How will we know who genuinely contributed?</a:t>
            </a:r>
            <a:br/>
            <a:r>
              <a:t>• What evidence should count as participation?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grade should reward demonstrated decision ownership and reflective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